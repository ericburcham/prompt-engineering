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1668" autoAdjust="0"/>
  </p:normalViewPr>
  <p:slideViewPr>
    <p:cSldViewPr snapToGrid="0">
      <p:cViewPr varScale="1">
        <p:scale>
          <a:sx n="91" d="100"/>
          <a:sy n="91" d="100"/>
        </p:scale>
        <p:origin x="12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7.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3907</TotalTime>
  <Words>3490</Words>
  <Application>Microsoft Office PowerPoint</Application>
  <PresentationFormat>Widescreen</PresentationFormat>
  <Paragraphs>439</Paragraphs>
  <Slides>27</Slides>
  <Notes>18</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127</cp:revision>
  <cp:lastPrinted>2025-06-24T22:19:16Z</cp:lastPrinted>
  <dcterms:created xsi:type="dcterms:W3CDTF">2024-11-11T22:38:41Z</dcterms:created>
  <dcterms:modified xsi:type="dcterms:W3CDTF">2025-07-02T14:35:32Z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