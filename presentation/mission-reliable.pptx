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1668" autoAdjust="0"/>
  </p:normalViewPr>
  <p:slideViewPr>
    <p:cSldViewPr snapToGrid="0">
      <p:cViewPr varScale="1">
        <p:scale>
          <a:sx n="91" d="100"/>
          <a:sy n="91" d="100"/>
        </p:scale>
        <p:origin x="12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6.png"/><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8.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pic>
        <p:nvPicPr>
          <p:cNvPr id="2" name="mission-impossible-theme">
            <a:hlinkClick r:id="" action="ppaction://media"/>
            <a:extLst>
              <a:ext uri="{FF2B5EF4-FFF2-40B4-BE49-F238E27FC236}">
                <a16:creationId xmlns:a16="http://schemas.microsoft.com/office/drawing/2014/main" id="{C87E1EAF-645D-84BA-C3CE-6E5D1513914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791200" y="3124200"/>
            <a:ext cx="609600" cy="609600"/>
          </a:xfrm>
          <a:prstGeom prst="rect">
            <a:avLst/>
          </a:prstGeom>
        </p:spPr>
      </p:pic>
    </p:spTree>
    <p:extLst>
      <p:ext uri="{BB962C8B-B14F-4D97-AF65-F5344CB8AC3E}">
        <p14:creationId xmlns:p14="http://schemas.microsoft.com/office/powerpoint/2010/main" val="233020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07864"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p>
          <a:p>
            <a:pPr marL="0" indent="0">
              <a:buNone/>
            </a:pP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From Cloud-Aware to Cloud-Smart</a:t>
            </a:r>
          </a:p>
          <a:p>
            <a:pPr marL="0" indent="0">
              <a:buNone/>
            </a:pPr>
            <a:r>
              <a:rPr lang="en-US" dirty="0">
                <a:latin typeface="Cambria" panose="02040503050406030204" pitchFamily="18" charset="0"/>
                <a:ea typeface="Cambria" panose="02040503050406030204" pitchFamily="18" charset="0"/>
              </a:rPr>
              <a:t>~200 applications in the cloud</a:t>
            </a:r>
            <a:endParaRPr lang="en-US" sz="2800" dirty="0">
              <a:latin typeface="Cambria" panose="02040503050406030204" pitchFamily="18" charset="0"/>
              <a:ea typeface="Cambria" panose="02040503050406030204" pitchFamily="18" charset="0"/>
            </a:endParaRPr>
          </a:p>
          <a:p>
            <a:pPr marL="0" indent="0">
              <a:buNone/>
            </a:pPr>
            <a:endParaRPr lang="en-US" sz="2800" b="1" u="sng" dirty="0">
              <a:latin typeface="Cambria" panose="02040503050406030204" pitchFamily="18" charset="0"/>
              <a:ea typeface="Cambria" panose="02040503050406030204" pitchFamily="18" charset="0"/>
            </a:endParaRPr>
          </a:p>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3913</TotalTime>
  <Words>3500</Words>
  <Application>Microsoft Office PowerPoint</Application>
  <PresentationFormat>Widescreen</PresentationFormat>
  <Paragraphs>443</Paragraphs>
  <Slides>27</Slides>
  <Notes>18</Notes>
  <HiddenSlides>0</HiddenSlides>
  <MMClips>1</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132</cp:revision>
  <cp:lastPrinted>2025-06-24T22:19:16Z</cp:lastPrinted>
  <dcterms:created xsi:type="dcterms:W3CDTF">2024-11-11T22:38:41Z</dcterms:created>
  <dcterms:modified xsi:type="dcterms:W3CDTF">2025-07-02T14:51:12Z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