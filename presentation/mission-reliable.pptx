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1668" autoAdjust="0"/>
  </p:normalViewPr>
  <p:slideViewPr>
    <p:cSldViewPr snapToGrid="0">
      <p:cViewPr varScale="1">
        <p:scale>
          <a:sx n="183" d="100"/>
          <a:sy n="183" d="100"/>
        </p:scale>
        <p:origin x="2796"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we’ll cover some useful resources and work through more examples if we have time.</a:t>
            </a:r>
          </a:p>
          <a:p>
            <a:endParaRPr lang="en-US" dirty="0"/>
          </a:p>
          <a:p>
            <a:r>
              <a:rPr lang="en-US" b="1" dirty="0"/>
              <a:t>Eric’s Prompt Library</a:t>
            </a:r>
            <a:r>
              <a:rPr lang="en-US" b="0" dirty="0"/>
              <a:t> – I have built you an example prompt library that covers basic prompt examples.  People can copy-and-paste them to quickly get started.</a:t>
            </a:r>
          </a:p>
          <a:p>
            <a:endParaRPr lang="en-US" b="0" dirty="0"/>
          </a:p>
          <a:p>
            <a:r>
              <a:rPr lang="en-US" b="1" dirty="0"/>
              <a:t>References</a:t>
            </a:r>
            <a:r>
              <a:rPr lang="en-US" b="0" dirty="0"/>
              <a:t> – Google’s publication on prompt engineering, online courses, books, etc. will be shared with the group.</a:t>
            </a:r>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7.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7" Type="http://schemas.openxmlformats.org/officeDocument/2006/relationships/hyperlink" Target="https://learn.microsoft.com/en-us/copilot/faq"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6" Type="http://schemas.openxmlformats.org/officeDocument/2006/relationships/hyperlink" Target="https://www.microsoft.com/licensing/terms/product/PrivacyandSecurityTerms/MCA" TargetMode="External"/><Relationship Id="rId5" Type="http://schemas.openxmlformats.org/officeDocument/2006/relationships/hyperlink" Target="http://microsoft.com/en-us/privacy/privacystatement"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fontScale="55000" lnSpcReduction="2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Microsoft Privacy Statement</a:t>
            </a:r>
          </a:p>
          <a:p>
            <a:pPr marL="0" indent="0">
              <a:buNone/>
            </a:pPr>
            <a:r>
              <a:rPr lang="en-US" dirty="0">
                <a:hlinkClick r:id="rId5"/>
              </a:rPr>
              <a:t>http://microsoft.com/en-us/privacy/privacystatement</a:t>
            </a:r>
            <a:endParaRPr lang="en-US" dirty="0"/>
          </a:p>
          <a:p>
            <a:pPr marL="0" indent="0">
              <a:buNone/>
            </a:pPr>
            <a:endParaRPr lang="en-US" dirty="0"/>
          </a:p>
          <a:p>
            <a:pPr marL="0" indent="0">
              <a:buNone/>
            </a:pPr>
            <a:r>
              <a:rPr lang="en-US" b="1" dirty="0"/>
              <a:t>Microsoft Privacy and Security Terms</a:t>
            </a:r>
          </a:p>
          <a:p>
            <a:pPr marL="0" indent="0">
              <a:buNone/>
            </a:pPr>
            <a:r>
              <a:rPr lang="en-US" dirty="0">
                <a:hlinkClick r:id="rId6"/>
              </a:rPr>
              <a:t>https://www.microsoft.com/licensing/terms/product/PrivacyandSecurityTerms/MCA</a:t>
            </a:r>
            <a:endParaRPr lang="en-US" dirty="0"/>
          </a:p>
          <a:p>
            <a:pPr marL="0" indent="0">
              <a:buNone/>
            </a:pPr>
            <a:endParaRPr lang="en-US" dirty="0"/>
          </a:p>
          <a:p>
            <a:pPr marL="0" indent="0">
              <a:buNone/>
            </a:pPr>
            <a:r>
              <a:rPr lang="en-US" b="1" dirty="0"/>
              <a:t>Microsoft Copilot Chat FAQ</a:t>
            </a:r>
          </a:p>
          <a:p>
            <a:pPr marL="0" indent="0">
              <a:buNone/>
            </a:pPr>
            <a:r>
              <a:rPr lang="en-US" dirty="0">
                <a:hlinkClick r:id="rId7"/>
              </a:rPr>
              <a:t>https://learn.microsoft.com/en-us/copilot</a:t>
            </a:r>
            <a:r>
              <a:rPr lang="en-US">
                <a:hlinkClick r:id="rId7"/>
              </a:rPr>
              <a:t>/faq</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500"/>
                                        <p:tgtEl>
                                          <p:spTgt spid="3">
                                            <p:txEl>
                                              <p:pRg st="9" end="9"/>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500"/>
                                        <p:tgtEl>
                                          <p:spTgt spid="3">
                                            <p:txEl>
                                              <p:pRg st="10" end="1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12" end="12"/>
                                            </p:txEl>
                                          </p:spTgt>
                                        </p:tgtEl>
                                        <p:attrNameLst>
                                          <p:attrName>style.visibility</p:attrName>
                                        </p:attrNameLst>
                                      </p:cBhvr>
                                      <p:to>
                                        <p:strVal val="visible"/>
                                      </p:to>
                                    </p:set>
                                    <p:animEffect transition="in" filter="fade">
                                      <p:cBhvr>
                                        <p:cTn id="47" dur="500"/>
                                        <p:tgtEl>
                                          <p:spTgt spid="3">
                                            <p:txEl>
                                              <p:pRg st="12" end="1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13" end="13"/>
                                            </p:txEl>
                                          </p:spTgt>
                                        </p:tgtEl>
                                        <p:attrNameLst>
                                          <p:attrName>style.visibility</p:attrName>
                                        </p:attrNameLst>
                                      </p:cBhvr>
                                      <p:to>
                                        <p:strVal val="visible"/>
                                      </p:to>
                                    </p:set>
                                    <p:animEffect transition="in" filter="fade">
                                      <p:cBhvr>
                                        <p:cTn id="52"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3899</TotalTime>
  <Words>3586</Words>
  <Application>Microsoft Office PowerPoint</Application>
  <PresentationFormat>Widescreen</PresentationFormat>
  <Paragraphs>450</Paragraphs>
  <Slides>27</Slides>
  <Notes>18</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124</cp:revision>
  <cp:lastPrinted>2025-06-24T22:19:16Z</cp:lastPrinted>
  <dcterms:created xsi:type="dcterms:W3CDTF">2024-11-11T22:38:41Z</dcterms:created>
  <dcterms:modified xsi:type="dcterms:W3CDTF">2025-07-02T14:01:55Z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